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6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1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1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13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58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5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3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B96CF307-6564-4751-9E92-8769350F89C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4A123CA-2E27-4F5C-A7ED-76F327C9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7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9A18-740F-B7EF-9521-FDF07937B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b="1" dirty="0">
                <a:latin typeface="Berlin Sans FB Demi" panose="020E0802020502020306" pitchFamily="34" charset="0"/>
              </a:rPr>
              <a:t>PIZZA SALES PERFORMANCE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B3042-3B57-7A9C-6F80-74ADF0A2E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rgbClr val="0070C0"/>
          </a:solidFill>
        </p:spPr>
        <p:txBody>
          <a:bodyPr/>
          <a:lstStyle/>
          <a:p>
            <a:r>
              <a:rPr lang="en-US" dirty="0"/>
              <a:t>OLOTU DAMILARE ISAAC</a:t>
            </a:r>
          </a:p>
          <a:p>
            <a:r>
              <a:rPr lang="en-US" dirty="0"/>
              <a:t>3-12-2025</a:t>
            </a:r>
          </a:p>
        </p:txBody>
      </p:sp>
    </p:spTree>
    <p:extLst>
      <p:ext uri="{BB962C8B-B14F-4D97-AF65-F5344CB8AC3E}">
        <p14:creationId xmlns:p14="http://schemas.microsoft.com/office/powerpoint/2010/main" val="1214410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ABA948-0C05-CA24-0A10-380281C69B0B}"/>
              </a:ext>
            </a:extLst>
          </p:cNvPr>
          <p:cNvSpPr/>
          <p:nvPr/>
        </p:nvSpPr>
        <p:spPr>
          <a:xfrm>
            <a:off x="149902" y="134911"/>
            <a:ext cx="5711252" cy="21211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KEY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Total revenue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$817,860.05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Total orders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21350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Average order value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$38.3073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Total quantity sold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50k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Top pizza type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Big meat pizza (Small)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23FAE1-A24D-841E-B3CE-94A9C79AF497}"/>
              </a:ext>
            </a:extLst>
          </p:cNvPr>
          <p:cNvSpPr/>
          <p:nvPr/>
        </p:nvSpPr>
        <p:spPr>
          <a:xfrm>
            <a:off x="149902" y="2368445"/>
            <a:ext cx="5711252" cy="21211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The top 5 pizzas contributed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24.19% (12,096) </a:t>
            </a: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of total sales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(50,000)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Most frequent pizza size ordered was the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small size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Highest revenue month –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JULY</a:t>
            </a: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 ( there was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1935 orders</a:t>
            </a: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 with </a:t>
            </a:r>
            <a:r>
              <a:rPr lang="en-US" sz="1400" b="1" dirty="0">
                <a:solidFill>
                  <a:schemeClr val="bg1"/>
                </a:solidFill>
                <a:latin typeface="Comic Sans MS" panose="030F0702030302020204" pitchFamily="66" charset="0"/>
              </a:rPr>
              <a:t>revenue of $72.56k</a:t>
            </a:r>
            <a:r>
              <a:rPr lang="en-US" sz="1400" dirty="0">
                <a:solidFill>
                  <a:schemeClr val="bg1"/>
                </a:solidFill>
                <a:latin typeface="Comic Sans MS" panose="030F0702030302020204" pitchFamily="66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88736-FB59-AF7C-F7B4-C1A7A26D39FC}"/>
              </a:ext>
            </a:extLst>
          </p:cNvPr>
          <p:cNvSpPr/>
          <p:nvPr/>
        </p:nvSpPr>
        <p:spPr>
          <a:xfrm>
            <a:off x="149902" y="4601980"/>
            <a:ext cx="5711252" cy="212110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SUMMARY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omic Sans MS" panose="030F0702030302020204" pitchFamily="66" charset="0"/>
              </a:rPr>
              <a:t>Overall, pizza sales showed strong performance driven by the consistent orders of the top 5 pizza types.</a:t>
            </a:r>
            <a:endParaRPr lang="en-US" sz="1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BD682-0091-CCD4-C2DF-61AF7A070EB8}"/>
              </a:ext>
            </a:extLst>
          </p:cNvPr>
          <p:cNvSpPr/>
          <p:nvPr/>
        </p:nvSpPr>
        <p:spPr>
          <a:xfrm>
            <a:off x="5981075" y="134911"/>
            <a:ext cx="6061023" cy="658817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2CFD67-076E-8B56-A7AA-63D61237A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56" y="358591"/>
            <a:ext cx="4272196" cy="28642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5E166-F8E4-B3FE-6B63-F1869C4F5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56" y="3428999"/>
            <a:ext cx="4272196" cy="286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8831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190</TotalTime>
  <Words>102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Berlin Sans FB Demi</vt:lpstr>
      <vt:lpstr>Calibri Light</vt:lpstr>
      <vt:lpstr>Comic Sans MS</vt:lpstr>
      <vt:lpstr>Metropolitan</vt:lpstr>
      <vt:lpstr>PIZZA SALES PERFORMANCE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Olotu isaac</dc:creator>
  <cp:lastModifiedBy>Olotu isaac</cp:lastModifiedBy>
  <cp:revision>6</cp:revision>
  <dcterms:created xsi:type="dcterms:W3CDTF">2025-12-03T13:33:07Z</dcterms:created>
  <dcterms:modified xsi:type="dcterms:W3CDTF">2025-12-05T11:52:16Z</dcterms:modified>
</cp:coreProperties>
</file>